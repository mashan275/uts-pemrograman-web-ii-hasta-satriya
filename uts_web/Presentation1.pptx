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6" autoAdjust="0"/>
    <p:restoredTop sz="94660"/>
  </p:normalViewPr>
  <p:slideViewPr>
    <p:cSldViewPr snapToGrid="0">
      <p:cViewPr varScale="1">
        <p:scale>
          <a:sx n="38" d="100"/>
          <a:sy n="38" d="100"/>
        </p:scale>
        <p:origin x="53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B4F8-DC3C-41B8-8097-87D495133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E3EEA-7458-4F10-8EC7-129C78F35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033EA-C71A-4A88-AA72-B5A0863A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6D61E-2412-47B3-A831-EF791B8A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7B37-FB58-46C3-A1D0-FA873812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308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57D3-C19A-4CDF-8FCA-2C7CB0A9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4D37B-A3F9-4763-A69F-6620A6987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7DCCC-B242-4FA5-B4EF-7179C312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74F35-C7E6-4732-AFE4-68873B05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F31-9FF9-45D2-AC0C-8A11760C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265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9036-353C-4D27-B7FC-CF64FCB1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0A1F2-628B-4719-8310-DC83BFEEC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A67BD-109F-4058-AEC5-C2E46705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2C7F9-D944-49F9-8AC0-66D51468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85850-223C-469A-B50B-ACD06DD3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143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85B0-DB79-47ED-8A64-BC58639D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B5BA6-1EFE-4870-AF41-7720401AA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92732-DC1D-4665-BE21-48AFDA38C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7E2A0-6D06-4A79-804F-0A8CFCBF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A15B-CE8D-4177-81E7-50189E2C2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E890D-2553-4A63-9060-507718D0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047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B9D7-5ABB-4904-B8B2-035C3E9E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1E48B-96C2-4FF2-AA51-0BF33E0E3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75B9B-6AB3-4A23-8D82-2EEE7DD82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27B36E-E9E2-46A9-A79E-5DC46BBD4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F69188-8245-4B35-A92C-3B44E9EE2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C7562-833C-4768-8E97-4F4003CE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A7CB0-EFF0-4BEE-9259-B1B2EFE1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C8816E-6EED-4F5E-A53E-E8749614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798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7C95-C94F-4003-97BF-C3125B08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FF287E-C48F-4AF5-AD58-839745D7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93CB8-FEA2-4978-833B-B6F87D6A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BF912-452F-4F82-90E3-332261D9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65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2A244-1E3A-47AD-91EE-BEC1B6E2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2DE3C4-FFDE-4A61-B140-A036BB6D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A721B-D24C-4DEB-AEEB-392CCC2D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743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6BFC-347A-4BAA-B00A-AADB4071E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98ADA-4B12-4714-895E-F83D6EF09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62B04-8D1A-4C66-B921-DC7AC93A8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3DA62-97F8-4A1D-A3F4-0B364389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7D02-CD7C-4C06-8D1F-6B8EA5CD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2763F-216C-467C-8E90-4B0BE99F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3685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575D-82CC-45CA-A2C2-69A8F9B9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9FD72-EF22-4A97-ABA0-08BD5977A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631B8-B800-4E50-8EDF-C54437F1D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CF7F1-4B6A-42A2-ADF0-74639AB5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0349B-B79D-4892-811F-620FE71C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E93B0-5984-44ED-9A56-80703642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040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7E0E-5344-4F56-996D-B44DB1FB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FC7B7-5AFD-4ABC-A831-D48561B09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6D0B7-1A3E-4F2B-900E-FE3B61F1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5CE59-57AD-47BE-96C3-F2936F92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2D0CC-0A1A-468E-BBA1-508907E2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58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145759-F0A2-4E31-B75C-00E68EFA6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54EEC-888A-4FC0-BD7A-29850B22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9B427-4BE7-4C26-AF98-F6B4B26D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7C403-6F95-4042-82E5-6A0C82C45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A0AA3-49A7-4750-9C06-002BFC4D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295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B1F589-E528-4C8F-83AC-7A9B81121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83D3C-8E48-4F83-B01A-6AA78BC14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C39D2-52D7-44F7-B1A6-6279D7E5F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94A1D-B989-4D43-AC72-A1F10936BA89}" type="datetimeFigureOut">
              <a:rPr lang="en-ID" smtClean="0"/>
              <a:t>15/06/2026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298F-9D80-4D5F-B4F2-EB41AE247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CF3F0-BDC0-40C4-B1F7-CEDA997E3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473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EACBE1-7C43-4D76-BEAE-115DE86EC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5731"/>
            <a:ext cx="12192000" cy="45169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37308E-6386-4B16-AB03-078C712BDBEC}"/>
              </a:ext>
            </a:extLst>
          </p:cNvPr>
          <p:cNvSpPr txBox="1"/>
          <p:nvPr/>
        </p:nvSpPr>
        <p:spPr>
          <a:xfrm>
            <a:off x="223520" y="815612"/>
            <a:ext cx="7640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b="1" dirty="0"/>
              <a:t>SISTEM AKADEMIK UNIVERSITAS SIBER ASIA</a:t>
            </a:r>
            <a:endParaRPr lang="en-ID" sz="3200" dirty="0"/>
          </a:p>
          <a:p>
            <a:r>
              <a:rPr lang="en-ID" sz="3200" dirty="0"/>
              <a:t>Mata </a:t>
            </a:r>
            <a:r>
              <a:rPr lang="en-ID" sz="3200" dirty="0" err="1"/>
              <a:t>Kuliah</a:t>
            </a:r>
            <a:r>
              <a:rPr lang="en-ID" sz="3200" dirty="0"/>
              <a:t> : </a:t>
            </a:r>
            <a:r>
              <a:rPr lang="en-ID" sz="3200" dirty="0" err="1"/>
              <a:t>Pemrograman</a:t>
            </a:r>
            <a:r>
              <a:rPr lang="en-ID" sz="3200" dirty="0"/>
              <a:t> Web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E44E7-0A56-4221-860D-560BB0DD54B1}"/>
              </a:ext>
            </a:extLst>
          </p:cNvPr>
          <p:cNvSpPr txBox="1"/>
          <p:nvPr/>
        </p:nvSpPr>
        <p:spPr>
          <a:xfrm>
            <a:off x="8920480" y="486489"/>
            <a:ext cx="304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2000" dirty="0" err="1"/>
              <a:t>Disusun</a:t>
            </a:r>
            <a:r>
              <a:rPr lang="en-ID" sz="2000" dirty="0"/>
              <a:t> Oleh:</a:t>
            </a:r>
          </a:p>
          <a:p>
            <a:pPr algn="r"/>
            <a:r>
              <a:rPr lang="en-ID" sz="2000" b="1" dirty="0"/>
              <a:t>Hasta Satriya</a:t>
            </a:r>
            <a:br>
              <a:rPr lang="en-ID" sz="2000" dirty="0"/>
            </a:br>
            <a:r>
              <a:rPr lang="en-ID" sz="2000" b="1" dirty="0"/>
              <a:t>NIM : 240401010207</a:t>
            </a:r>
            <a:endParaRPr lang="en-ID" sz="2000" dirty="0"/>
          </a:p>
          <a:p>
            <a:pPr algn="r"/>
            <a:r>
              <a:rPr lang="en-ID" sz="2000" dirty="0"/>
              <a:t>Universitas </a:t>
            </a:r>
            <a:r>
              <a:rPr lang="en-ID" sz="2000" dirty="0" err="1"/>
              <a:t>Siber</a:t>
            </a:r>
            <a:r>
              <a:rPr lang="en-ID" sz="2000" dirty="0"/>
              <a:t> Asia</a:t>
            </a:r>
          </a:p>
        </p:txBody>
      </p:sp>
    </p:spTree>
    <p:extLst>
      <p:ext uri="{BB962C8B-B14F-4D97-AF65-F5344CB8AC3E}">
        <p14:creationId xmlns:p14="http://schemas.microsoft.com/office/powerpoint/2010/main" val="826447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34AB-90DC-4948-B1D8-2F593B63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LATAR BELAKANG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67102-1E1F-43D9-9AF2-D765EB465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Permasalahan</a:t>
            </a:r>
            <a:endParaRPr lang="en-ID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Pengelolaan</a:t>
            </a:r>
            <a:r>
              <a:rPr lang="en-ID" dirty="0"/>
              <a:t> data </a:t>
            </a:r>
            <a:r>
              <a:rPr lang="en-ID" dirty="0" err="1"/>
              <a:t>akademik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manual.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Data </a:t>
            </a:r>
            <a:r>
              <a:rPr lang="en-ID" dirty="0" err="1"/>
              <a:t>mahasiswa</a:t>
            </a:r>
            <a:r>
              <a:rPr lang="en-ID" dirty="0"/>
              <a:t> dan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dikelola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jumlahnya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Dibutuhkan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web yang </a:t>
            </a:r>
            <a:r>
              <a:rPr lang="en-ID" dirty="0" err="1"/>
              <a:t>terintegrasi</a:t>
            </a:r>
            <a:r>
              <a:rPr lang="en-ID" dirty="0"/>
              <a:t>. </a:t>
            </a:r>
            <a:endParaRPr lang="id-ID" dirty="0"/>
          </a:p>
          <a:p>
            <a:pPr>
              <a:buFont typeface="Arial" panose="020B0604020202020204" pitchFamily="34" charset="0"/>
              <a:buChar char="•"/>
            </a:pPr>
            <a:endParaRPr lang="en-ID" dirty="0"/>
          </a:p>
          <a:p>
            <a:r>
              <a:rPr lang="en-ID" b="1" dirty="0"/>
              <a:t>Solusi</a:t>
            </a:r>
          </a:p>
          <a:p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Web </a:t>
            </a:r>
            <a:r>
              <a:rPr lang="en-ID" dirty="0" err="1"/>
              <a:t>menggunakan</a:t>
            </a:r>
            <a:r>
              <a:rPr lang="en-ID" dirty="0"/>
              <a:t> PHP dan MySQL.</a:t>
            </a:r>
          </a:p>
        </p:txBody>
      </p:sp>
    </p:spTree>
    <p:extLst>
      <p:ext uri="{BB962C8B-B14F-4D97-AF65-F5344CB8AC3E}">
        <p14:creationId xmlns:p14="http://schemas.microsoft.com/office/powerpoint/2010/main" val="4011490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3872-C2C3-420A-8893-ED06EFB5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TUJUAN PEMBUATAN SISTEM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B6CB2-D1E0-4660-8024-707340023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Mengelola</a:t>
            </a:r>
            <a:r>
              <a:rPr lang="en-ID" dirty="0"/>
              <a:t> data </a:t>
            </a:r>
            <a:r>
              <a:rPr lang="en-ID" dirty="0" err="1"/>
              <a:t>pengguna</a:t>
            </a:r>
            <a:r>
              <a:rPr lang="en-ID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Mengelola</a:t>
            </a:r>
            <a:r>
              <a:rPr lang="en-ID" dirty="0"/>
              <a:t> data </a:t>
            </a:r>
            <a:r>
              <a:rPr lang="en-ID" dirty="0" err="1"/>
              <a:t>mahasiswa</a:t>
            </a:r>
            <a:r>
              <a:rPr lang="en-ID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Mengelola</a:t>
            </a:r>
            <a:r>
              <a:rPr lang="en-ID" dirty="0"/>
              <a:t> data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Mempermudah</a:t>
            </a:r>
            <a:r>
              <a:rPr lang="en-ID" dirty="0"/>
              <a:t> </a:t>
            </a:r>
            <a:r>
              <a:rPr lang="en-ID" dirty="0" err="1"/>
              <a:t>pencarian</a:t>
            </a:r>
            <a:r>
              <a:rPr lang="en-ID" dirty="0"/>
              <a:t>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administrasi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A1F478-91DC-46D1-A6EB-388C3A04C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863" y="1314000"/>
            <a:ext cx="975097" cy="1023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D678DA-E7CA-49B6-9F91-D12E39A4C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526" y="1259492"/>
            <a:ext cx="1132265" cy="1132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8AFF9D-B361-4BA7-8C5B-4F018E09F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06" y="2553203"/>
            <a:ext cx="924054" cy="790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154DEC-4A02-4956-9EBC-A0EBEB363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5025" y="2410307"/>
            <a:ext cx="1181265" cy="1076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8DD849-0281-4761-BE2F-8590EA249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4987" y="3486782"/>
            <a:ext cx="1581371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7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A8A0-9873-4DB1-A72C-A382B6BEA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TEKNOLOGI YANG DIGUNAKAN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0D818-0DB1-484F-BF4A-D22F26DFD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6985"/>
            <a:ext cx="5257800" cy="5215890"/>
          </a:xfrm>
        </p:spPr>
        <p:txBody>
          <a:bodyPr>
            <a:normAutofit/>
          </a:bodyPr>
          <a:lstStyle/>
          <a:p>
            <a:r>
              <a:rPr lang="en-ID" b="1" dirty="0"/>
              <a:t>Front-End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HTML5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CSS3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Bootstrap 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Bootstrap Icons</a:t>
            </a:r>
            <a:endParaRPr lang="id-ID" dirty="0"/>
          </a:p>
          <a:p>
            <a:r>
              <a:rPr lang="en-ID" b="1" dirty="0"/>
              <a:t>Back-End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PHP Native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8B36A8-A797-4996-8D03-E520755D3350}"/>
              </a:ext>
            </a:extLst>
          </p:cNvPr>
          <p:cNvSpPr txBox="1">
            <a:spLocks/>
          </p:cNvSpPr>
          <p:nvPr/>
        </p:nvSpPr>
        <p:spPr>
          <a:xfrm>
            <a:off x="4973320" y="1276985"/>
            <a:ext cx="5257800" cy="5215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b="1" dirty="0"/>
              <a:t>Database</a:t>
            </a:r>
          </a:p>
          <a:p>
            <a:r>
              <a:rPr lang="en-ID" dirty="0"/>
              <a:t>MySQL </a:t>
            </a:r>
          </a:p>
          <a:p>
            <a:r>
              <a:rPr lang="en-ID" b="1" dirty="0"/>
              <a:t>Tools</a:t>
            </a:r>
          </a:p>
          <a:p>
            <a:r>
              <a:rPr lang="en-ID" dirty="0"/>
              <a:t>Visual Studio Code </a:t>
            </a:r>
          </a:p>
          <a:p>
            <a:r>
              <a:rPr lang="en-ID" dirty="0"/>
              <a:t>XAMPP </a:t>
            </a:r>
          </a:p>
          <a:p>
            <a:r>
              <a:rPr lang="en-ID" dirty="0"/>
              <a:t>phpMyAdmin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038DA-93D1-4AC1-ACF3-490355779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25" y="4811155"/>
            <a:ext cx="1716755" cy="1681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7A1F9B-DF75-4592-9F1F-AECD04846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658" y="4887871"/>
            <a:ext cx="1612621" cy="13862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B4101E-B25F-4B11-90D3-56E16B1B6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057" y="5162853"/>
            <a:ext cx="4159590" cy="8363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43451D-8F04-44D3-8996-7C069128D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2403" y="1083786"/>
            <a:ext cx="1609950" cy="1895740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l"/>
          </a:blip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9264DA-140E-4488-9FAA-A5E461FF5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2303" y="3375222"/>
            <a:ext cx="1857634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3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53EB-FF45-4BC8-A930-E7CD0EC2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ID" dirty="0"/>
              <a:t>STRUKTUR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7ACD9-747C-4E30-B5A9-4FFEBB4A9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" y="1690688"/>
            <a:ext cx="7310120" cy="4351338"/>
          </a:xfrm>
        </p:spPr>
        <p:txBody>
          <a:bodyPr/>
          <a:lstStyle/>
          <a:p>
            <a:r>
              <a:rPr lang="en-ID" b="1" dirty="0" err="1"/>
              <a:t>Tabel</a:t>
            </a:r>
            <a:r>
              <a:rPr lang="en-ID" b="1" dirty="0"/>
              <a:t> Users</a:t>
            </a:r>
          </a:p>
          <a:p>
            <a:r>
              <a:rPr lang="en-ID" dirty="0"/>
              <a:t>id </a:t>
            </a:r>
            <a:r>
              <a:rPr lang="id-ID" dirty="0"/>
              <a:t>			</a:t>
            </a:r>
            <a:r>
              <a:rPr lang="en-ID" dirty="0"/>
              <a:t>status </a:t>
            </a:r>
          </a:p>
          <a:p>
            <a:r>
              <a:rPr lang="en-ID" dirty="0"/>
              <a:t>username </a:t>
            </a:r>
            <a:r>
              <a:rPr lang="id-ID" dirty="0"/>
              <a:t>		</a:t>
            </a:r>
            <a:r>
              <a:rPr lang="en-ID" dirty="0" err="1"/>
              <a:t>nama_lengkap</a:t>
            </a:r>
            <a:r>
              <a:rPr lang="en-ID" dirty="0"/>
              <a:t> </a:t>
            </a:r>
          </a:p>
          <a:p>
            <a:r>
              <a:rPr lang="en-ID" dirty="0"/>
              <a:t>password </a:t>
            </a:r>
            <a:r>
              <a:rPr lang="id-ID" dirty="0"/>
              <a:t>		</a:t>
            </a:r>
            <a:r>
              <a:rPr lang="en-ID" dirty="0"/>
              <a:t>email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foto</a:t>
            </a:r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3A6069-E7BD-4594-B725-1AF4790A68D8}"/>
              </a:ext>
            </a:extLst>
          </p:cNvPr>
          <p:cNvSpPr txBox="1">
            <a:spLocks/>
          </p:cNvSpPr>
          <p:nvPr/>
        </p:nvSpPr>
        <p:spPr>
          <a:xfrm>
            <a:off x="5786539" y="716597"/>
            <a:ext cx="36728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b="1" dirty="0" err="1"/>
              <a:t>Tabel</a:t>
            </a:r>
            <a:r>
              <a:rPr lang="en-ID" b="1" dirty="0"/>
              <a:t> </a:t>
            </a:r>
            <a:r>
              <a:rPr lang="en-ID" b="1" dirty="0" err="1"/>
              <a:t>Mahasiswa</a:t>
            </a:r>
            <a:endParaRPr lang="en-ID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nim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nama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jurusan</a:t>
            </a:r>
            <a:r>
              <a:rPr lang="en-ID" dirty="0"/>
              <a:t> </a:t>
            </a:r>
          </a:p>
          <a:p>
            <a:r>
              <a:rPr lang="en-ID" b="1" dirty="0" err="1"/>
              <a:t>Tabel</a:t>
            </a:r>
            <a:r>
              <a:rPr lang="en-ID" b="1" dirty="0"/>
              <a:t> Mata </a:t>
            </a:r>
            <a:r>
              <a:rPr lang="en-ID" b="1" dirty="0" err="1"/>
              <a:t>Kuliah</a:t>
            </a:r>
            <a:endParaRPr lang="en-ID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kode_mk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nama_mk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sks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EE883-9686-487B-AC65-6ECA867B7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53" y="4638040"/>
            <a:ext cx="8282413" cy="1503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B19FA-B9B3-4997-8EF5-D9440DD03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520" y="1348883"/>
            <a:ext cx="4981210" cy="75472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CB6956-294A-49F9-831B-9723EEDD2358}"/>
              </a:ext>
            </a:extLst>
          </p:cNvPr>
          <p:cNvSpPr txBox="1">
            <a:spLocks/>
          </p:cNvSpPr>
          <p:nvPr/>
        </p:nvSpPr>
        <p:spPr>
          <a:xfrm>
            <a:off x="5774426" y="716597"/>
            <a:ext cx="36728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b="1" dirty="0" err="1"/>
              <a:t>Tabel</a:t>
            </a:r>
            <a:r>
              <a:rPr lang="en-ID" b="1" dirty="0"/>
              <a:t> </a:t>
            </a:r>
            <a:r>
              <a:rPr lang="en-ID" b="1" dirty="0" err="1"/>
              <a:t>Mahasiswa</a:t>
            </a:r>
            <a:endParaRPr lang="en-ID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nim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nama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jurusan</a:t>
            </a:r>
            <a:r>
              <a:rPr lang="en-ID" dirty="0"/>
              <a:t> </a:t>
            </a:r>
          </a:p>
          <a:p>
            <a:r>
              <a:rPr lang="en-ID" b="1" dirty="0" err="1"/>
              <a:t>Tabel</a:t>
            </a:r>
            <a:r>
              <a:rPr lang="en-ID" b="1" dirty="0"/>
              <a:t> Mata </a:t>
            </a:r>
            <a:r>
              <a:rPr lang="en-ID" b="1" dirty="0" err="1"/>
              <a:t>Kuliah</a:t>
            </a:r>
            <a:endParaRPr lang="en-ID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kode_mk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nama_mk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sks</a:t>
            </a:r>
            <a:endParaRPr lang="en-ID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EDA592-E417-41AD-867F-CD44C455B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472" y="3334930"/>
            <a:ext cx="4517128" cy="106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2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A1BC3-EA32-4B4B-975C-248F85CF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ID" dirty="0"/>
              <a:t>FLOW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E31CA-49D6-4A34-8856-100970C5ABBF}"/>
              </a:ext>
            </a:extLst>
          </p:cNvPr>
          <p:cNvSpPr/>
          <p:nvPr/>
        </p:nvSpPr>
        <p:spPr>
          <a:xfrm>
            <a:off x="132374" y="3215771"/>
            <a:ext cx="19792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LOGIN</a:t>
            </a:r>
            <a:endParaRPr lang="en-ID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4BF712-9D33-43CB-9B73-E037FFE31CCE}"/>
              </a:ext>
            </a:extLst>
          </p:cNvPr>
          <p:cNvSpPr/>
          <p:nvPr/>
        </p:nvSpPr>
        <p:spPr>
          <a:xfrm>
            <a:off x="132375" y="5131605"/>
            <a:ext cx="37815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DASHBOARD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D21F9C-AE1D-4FCB-BF29-8434CDE72619}"/>
              </a:ext>
            </a:extLst>
          </p:cNvPr>
          <p:cNvSpPr/>
          <p:nvPr/>
        </p:nvSpPr>
        <p:spPr>
          <a:xfrm>
            <a:off x="5523681" y="4669940"/>
            <a:ext cx="33493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Kelola User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1946D2-4B9C-4626-9E96-020C6FB50DFE}"/>
              </a:ext>
            </a:extLst>
          </p:cNvPr>
          <p:cNvSpPr/>
          <p:nvPr/>
        </p:nvSpPr>
        <p:spPr>
          <a:xfrm>
            <a:off x="5435075" y="3028911"/>
            <a:ext cx="37982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MAHASISWA</a:t>
            </a:r>
            <a:endParaRPr lang="en-ID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951AB3-E2A2-476C-9261-9D20D823661D}"/>
              </a:ext>
            </a:extLst>
          </p:cNvPr>
          <p:cNvSpPr/>
          <p:nvPr/>
        </p:nvSpPr>
        <p:spPr>
          <a:xfrm>
            <a:off x="5435075" y="2172225"/>
            <a:ext cx="40564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MATA KULIAH</a:t>
            </a:r>
            <a:endParaRPr lang="en-ID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F963AA-B9A5-40BA-AC39-0E38CE4605E1}"/>
              </a:ext>
            </a:extLst>
          </p:cNvPr>
          <p:cNvSpPr/>
          <p:nvPr/>
        </p:nvSpPr>
        <p:spPr>
          <a:xfrm>
            <a:off x="5303728" y="3885597"/>
            <a:ext cx="259802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PROFIL</a:t>
            </a:r>
            <a:endParaRPr lang="en-ID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9E9A8-DA36-4D29-9D3C-A5E809456FB6}"/>
              </a:ext>
            </a:extLst>
          </p:cNvPr>
          <p:cNvSpPr/>
          <p:nvPr/>
        </p:nvSpPr>
        <p:spPr>
          <a:xfrm>
            <a:off x="5435075" y="1282217"/>
            <a:ext cx="25980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LOGOUT</a:t>
            </a:r>
            <a:endParaRPr lang="en-ID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D84DDB-2258-4165-A640-850FB01267A5}"/>
              </a:ext>
            </a:extLst>
          </p:cNvPr>
          <p:cNvSpPr/>
          <p:nvPr/>
        </p:nvSpPr>
        <p:spPr>
          <a:xfrm>
            <a:off x="132374" y="1319849"/>
            <a:ext cx="28628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Registrasi</a:t>
            </a:r>
            <a:endParaRPr lang="en-ID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E17B716-3ED9-40F5-9384-47E54084DF32}"/>
              </a:ext>
            </a:extLst>
          </p:cNvPr>
          <p:cNvSpPr/>
          <p:nvPr/>
        </p:nvSpPr>
        <p:spPr>
          <a:xfrm rot="5400000">
            <a:off x="318579" y="4248436"/>
            <a:ext cx="883574" cy="7232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2B5547-3AD5-47C1-A996-D358485095D7}"/>
              </a:ext>
            </a:extLst>
          </p:cNvPr>
          <p:cNvSpPr/>
          <p:nvPr/>
        </p:nvSpPr>
        <p:spPr>
          <a:xfrm>
            <a:off x="4076808" y="1403529"/>
            <a:ext cx="365274" cy="4480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67F589-47DB-4AC7-9BB8-D35807DF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082" y="1236169"/>
            <a:ext cx="902286" cy="7559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46435B-16AB-4ABB-A95E-EB5C1491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728" y="2164104"/>
            <a:ext cx="902286" cy="7559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63DE66-B677-43FD-8998-EB214FA14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728" y="3129627"/>
            <a:ext cx="902286" cy="7559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E992C2-8BBA-4BF5-A53D-44F13E052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73538" y="2416810"/>
            <a:ext cx="923330" cy="7736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701F043-89E6-465D-8D1C-FAF25AF1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088" y="3937927"/>
            <a:ext cx="902286" cy="7559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D6C5FAE-80C5-4261-B9E6-D39432E7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442" y="4859703"/>
            <a:ext cx="902286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0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5E86A-A8E2-444D-8CC2-4EC21579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ID" dirty="0"/>
              <a:t>FITUR LOGIN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3A18F-344D-4CAE-816A-2A14B787C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582"/>
            <a:ext cx="3924502" cy="4519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E6D61A-6EAD-461E-8079-01832B08454C}"/>
              </a:ext>
            </a:extLst>
          </p:cNvPr>
          <p:cNvSpPr txBox="1"/>
          <p:nvPr/>
        </p:nvSpPr>
        <p:spPr>
          <a:xfrm>
            <a:off x="4490720" y="1983125"/>
            <a:ext cx="2743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600" b="1" dirty="0" err="1"/>
              <a:t>Fungsi</a:t>
            </a:r>
            <a:endParaRPr lang="en-ID" sz="3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3600" dirty="0"/>
              <a:t>Login User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3600" dirty="0"/>
              <a:t>Login Admin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3600" dirty="0"/>
              <a:t>Session Login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3600" dirty="0"/>
              <a:t>Logout </a:t>
            </a:r>
            <a:r>
              <a:rPr lang="en-ID" sz="3600" dirty="0" err="1"/>
              <a:t>Sistem</a:t>
            </a:r>
            <a:r>
              <a:rPr lang="en-ID" sz="3600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D74061-8211-477F-B945-6559C28E2C25}"/>
              </a:ext>
            </a:extLst>
          </p:cNvPr>
          <p:cNvSpPr/>
          <p:nvPr/>
        </p:nvSpPr>
        <p:spPr>
          <a:xfrm>
            <a:off x="7007156" y="2816349"/>
            <a:ext cx="392450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login.php</a:t>
            </a:r>
          </a:p>
          <a:p>
            <a:pPr algn="ctr"/>
            <a:r>
              <a:rPr lang="en-US" sz="5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logout.php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311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8DA6-B411-43AB-9913-480A5D7A9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ID" dirty="0"/>
              <a:t>DASHBOARD ADMIN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1EB96-0827-4232-BA57-F457CFED6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955" y="1429030"/>
            <a:ext cx="9045045" cy="4936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8B523D-8C47-4ECC-ACBD-FD819AA58674}"/>
              </a:ext>
            </a:extLst>
          </p:cNvPr>
          <p:cNvSpPr txBox="1"/>
          <p:nvPr/>
        </p:nvSpPr>
        <p:spPr>
          <a:xfrm>
            <a:off x="406400" y="2174241"/>
            <a:ext cx="355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b="1" dirty="0" err="1"/>
              <a:t>Menampilkan</a:t>
            </a:r>
            <a:endParaRPr lang="en-ID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/>
              <a:t>Total Admin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/>
              <a:t>Total User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/>
              <a:t>Total </a:t>
            </a:r>
            <a:r>
              <a:rPr lang="en-ID" sz="2800" dirty="0" err="1"/>
              <a:t>Mahasiswa</a:t>
            </a:r>
            <a:r>
              <a:rPr lang="en-ID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/>
              <a:t>Total Mata </a:t>
            </a:r>
            <a:r>
              <a:rPr lang="en-ID" sz="2800" dirty="0" err="1"/>
              <a:t>Kuliah</a:t>
            </a:r>
            <a:r>
              <a:rPr lang="en-ID" sz="2800" dirty="0"/>
              <a:t> </a:t>
            </a:r>
          </a:p>
          <a:p>
            <a:r>
              <a:rPr lang="en-ID" sz="2800" b="1" dirty="0" err="1"/>
              <a:t>Fungsi</a:t>
            </a:r>
            <a:endParaRPr lang="en-ID" sz="2800" b="1" dirty="0"/>
          </a:p>
          <a:p>
            <a:r>
              <a:rPr lang="en-ID" sz="2800" dirty="0" err="1"/>
              <a:t>Sebagai</a:t>
            </a:r>
            <a:r>
              <a:rPr lang="en-ID" sz="2800" dirty="0"/>
              <a:t> </a:t>
            </a:r>
            <a:r>
              <a:rPr lang="en-ID" sz="2800" dirty="0" err="1"/>
              <a:t>pusat</a:t>
            </a:r>
            <a:r>
              <a:rPr lang="en-ID" sz="2800" dirty="0"/>
              <a:t> </a:t>
            </a:r>
            <a:r>
              <a:rPr lang="en-ID" sz="2800" dirty="0" err="1"/>
              <a:t>informasi</a:t>
            </a:r>
            <a:r>
              <a:rPr lang="en-ID" sz="2800" dirty="0"/>
              <a:t> </a:t>
            </a:r>
            <a:r>
              <a:rPr lang="en-ID" sz="2800" dirty="0" err="1"/>
              <a:t>sistem</a:t>
            </a:r>
            <a:r>
              <a:rPr lang="en-ID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467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FCF3-D66A-4607-A6C2-C45089A94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ID" dirty="0"/>
              <a:t>DASHBOARD USER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D56CF-B103-4D8C-BB59-1853B39A2F78}"/>
              </a:ext>
            </a:extLst>
          </p:cNvPr>
          <p:cNvSpPr txBox="1"/>
          <p:nvPr/>
        </p:nvSpPr>
        <p:spPr>
          <a:xfrm>
            <a:off x="162560" y="1185862"/>
            <a:ext cx="21945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b="1" dirty="0" err="1"/>
              <a:t>Menampilkan</a:t>
            </a:r>
            <a:endParaRPr lang="en-ID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/>
              <a:t>Data </a:t>
            </a:r>
            <a:r>
              <a:rPr lang="en-ID" sz="2800" dirty="0" err="1"/>
              <a:t>Mahasiswa</a:t>
            </a:r>
            <a:r>
              <a:rPr lang="en-ID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/>
              <a:t>Data Mata </a:t>
            </a:r>
            <a:r>
              <a:rPr lang="en-ID" sz="2800" dirty="0" err="1"/>
              <a:t>Kuliah</a:t>
            </a:r>
            <a:r>
              <a:rPr lang="en-ID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 err="1"/>
              <a:t>Profil</a:t>
            </a:r>
            <a:r>
              <a:rPr lang="en-ID" sz="2800" dirty="0"/>
              <a:t> Saya </a:t>
            </a:r>
          </a:p>
          <a:p>
            <a:r>
              <a:rPr lang="en-ID" sz="2800" b="1" dirty="0" err="1"/>
              <a:t>Fungsi</a:t>
            </a:r>
            <a:endParaRPr lang="en-ID" sz="2800" b="1" dirty="0"/>
          </a:p>
          <a:p>
            <a:r>
              <a:rPr lang="en-ID" sz="2800" dirty="0" err="1"/>
              <a:t>Menyediakan</a:t>
            </a:r>
            <a:r>
              <a:rPr lang="en-ID" sz="2800" dirty="0"/>
              <a:t> </a:t>
            </a:r>
            <a:r>
              <a:rPr lang="en-ID" sz="2800" dirty="0" err="1"/>
              <a:t>akses</a:t>
            </a:r>
            <a:r>
              <a:rPr lang="en-ID" sz="2800" dirty="0"/>
              <a:t> </a:t>
            </a:r>
            <a:r>
              <a:rPr lang="en-ID" sz="2800" dirty="0" err="1"/>
              <a:t>sesuai</a:t>
            </a:r>
            <a:r>
              <a:rPr lang="en-ID" sz="2800" dirty="0"/>
              <a:t> </a:t>
            </a:r>
            <a:r>
              <a:rPr lang="en-ID" sz="2800" dirty="0" err="1"/>
              <a:t>hak</a:t>
            </a:r>
            <a:r>
              <a:rPr lang="en-ID" sz="2800" dirty="0"/>
              <a:t> </a:t>
            </a:r>
            <a:r>
              <a:rPr lang="en-ID" sz="2800" dirty="0" err="1"/>
              <a:t>pengguna</a:t>
            </a:r>
            <a:r>
              <a:rPr lang="en-ID" sz="28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50E257-DADC-4FE5-A866-87A1E075D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760" y="1567571"/>
            <a:ext cx="8841845" cy="488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6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C864-A390-49E4-A7A9-40843292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440"/>
            <a:ext cx="10515600" cy="837248"/>
          </a:xfrm>
        </p:spPr>
        <p:txBody>
          <a:bodyPr/>
          <a:lstStyle/>
          <a:p>
            <a:r>
              <a:rPr lang="en-ID" dirty="0"/>
              <a:t>CRUD USER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122B5-6246-4FE5-A8C4-AF2FD548D549}"/>
              </a:ext>
            </a:extLst>
          </p:cNvPr>
          <p:cNvSpPr txBox="1"/>
          <p:nvPr/>
        </p:nvSpPr>
        <p:spPr>
          <a:xfrm>
            <a:off x="838200" y="1440348"/>
            <a:ext cx="34137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b="1" dirty="0"/>
              <a:t>Fitur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 err="1"/>
              <a:t>Tambah</a:t>
            </a:r>
            <a:r>
              <a:rPr lang="en-ID" sz="2800" dirty="0"/>
              <a:t> User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/>
              <a:t>Edit User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 err="1"/>
              <a:t>Hapus</a:t>
            </a:r>
            <a:r>
              <a:rPr lang="en-ID" sz="2800" dirty="0"/>
              <a:t> User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/>
              <a:t>Role Admin/User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C72042-106F-4554-9D26-E9442B5A1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764269"/>
            <a:ext cx="11674545" cy="25091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DB91EB-C636-48C8-AAFC-2E1027F6652F}"/>
              </a:ext>
            </a:extLst>
          </p:cNvPr>
          <p:cNvSpPr txBox="1"/>
          <p:nvPr/>
        </p:nvSpPr>
        <p:spPr>
          <a:xfrm>
            <a:off x="5547360" y="1517500"/>
            <a:ext cx="34137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b="1" dirty="0"/>
              <a:t>File</a:t>
            </a:r>
            <a:endParaRPr lang="id-ID" sz="2800" b="1" dirty="0"/>
          </a:p>
          <a:p>
            <a:r>
              <a:rPr lang="en-ID" sz="2800" b="1" dirty="0" err="1"/>
              <a:t>pengaturan.php</a:t>
            </a:r>
            <a:endParaRPr lang="en-ID" sz="2800" b="1" dirty="0"/>
          </a:p>
          <a:p>
            <a:r>
              <a:rPr lang="en-ID" sz="2800" b="1" dirty="0" err="1"/>
              <a:t>tambah_user.php</a:t>
            </a:r>
            <a:endParaRPr lang="en-ID" sz="2800" b="1" dirty="0"/>
          </a:p>
          <a:p>
            <a:r>
              <a:rPr lang="en-ID" sz="2800" b="1" dirty="0" err="1"/>
              <a:t>edit_user.php</a:t>
            </a:r>
            <a:endParaRPr lang="en-ID" sz="2800" b="1" dirty="0"/>
          </a:p>
          <a:p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3331016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8A5F-D217-4DD8-9E7B-9B886336A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ID" dirty="0"/>
              <a:t>CRUD MAHASISWA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27585D-FEA1-40B3-9BF0-B958349221EE}"/>
              </a:ext>
            </a:extLst>
          </p:cNvPr>
          <p:cNvSpPr txBox="1"/>
          <p:nvPr/>
        </p:nvSpPr>
        <p:spPr>
          <a:xfrm>
            <a:off x="223520" y="1341120"/>
            <a:ext cx="32105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Fitur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Tambah</a:t>
            </a:r>
            <a:r>
              <a:rPr lang="en-US" sz="2800" dirty="0"/>
              <a:t> </a:t>
            </a:r>
            <a:r>
              <a:rPr lang="en-US" sz="2800" dirty="0" err="1"/>
              <a:t>Mahasiswa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Edit </a:t>
            </a:r>
            <a:r>
              <a:rPr lang="en-US" sz="2800" dirty="0" err="1"/>
              <a:t>Mahasiswa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Hapus</a:t>
            </a:r>
            <a:r>
              <a:rPr lang="en-US" sz="2800" dirty="0"/>
              <a:t> </a:t>
            </a:r>
            <a:r>
              <a:rPr lang="en-US" sz="2800" dirty="0" err="1"/>
              <a:t>Mahasiswa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Cari </a:t>
            </a:r>
            <a:r>
              <a:rPr lang="en-US" sz="2800" dirty="0" err="1"/>
              <a:t>Mahasiswa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D0267-A26A-4BFB-BEE8-6756858B7B3F}"/>
              </a:ext>
            </a:extLst>
          </p:cNvPr>
          <p:cNvSpPr txBox="1"/>
          <p:nvPr/>
        </p:nvSpPr>
        <p:spPr>
          <a:xfrm>
            <a:off x="6096000" y="1361440"/>
            <a:ext cx="39827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/>
              <a:t>File</a:t>
            </a:r>
            <a:endParaRPr lang="id-ID" sz="2800" dirty="0"/>
          </a:p>
          <a:p>
            <a:r>
              <a:rPr lang="en-ID" sz="2800" dirty="0" err="1"/>
              <a:t>mahasiswa</a:t>
            </a:r>
            <a:r>
              <a:rPr lang="en-ID" sz="2800" dirty="0"/>
              <a:t>/</a:t>
            </a:r>
            <a:r>
              <a:rPr lang="en-ID" sz="2800" dirty="0" err="1"/>
              <a:t>index.php</a:t>
            </a:r>
            <a:endParaRPr lang="en-ID" sz="2800" dirty="0"/>
          </a:p>
          <a:p>
            <a:r>
              <a:rPr lang="en-ID" sz="2800" dirty="0" err="1"/>
              <a:t>mahasiswa</a:t>
            </a:r>
            <a:r>
              <a:rPr lang="en-ID" sz="2800" dirty="0"/>
              <a:t>/</a:t>
            </a:r>
            <a:r>
              <a:rPr lang="en-ID" sz="2800" dirty="0" err="1"/>
              <a:t>tambah.php</a:t>
            </a:r>
            <a:endParaRPr lang="en-ID" sz="2800" dirty="0"/>
          </a:p>
          <a:p>
            <a:r>
              <a:rPr lang="en-ID" sz="2800" dirty="0" err="1"/>
              <a:t>mahasiswa</a:t>
            </a:r>
            <a:r>
              <a:rPr lang="en-ID" sz="2800" dirty="0"/>
              <a:t>/</a:t>
            </a:r>
            <a:r>
              <a:rPr lang="en-ID" sz="2800" dirty="0" err="1"/>
              <a:t>edit.php</a:t>
            </a:r>
            <a:endParaRPr lang="en-ID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C2331B-FD5F-4024-ACB4-EDAEF0DF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3940689"/>
            <a:ext cx="11704320" cy="197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4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3E52C-5B9C-4332-9F1D-409059E4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760"/>
            <a:ext cx="10515600" cy="816928"/>
          </a:xfrm>
        </p:spPr>
        <p:txBody>
          <a:bodyPr/>
          <a:lstStyle/>
          <a:p>
            <a:r>
              <a:rPr lang="en-ID" dirty="0"/>
              <a:t>CRUD MATA KULIAH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E629E-61C4-4F01-AABA-C2DAE1188A93}"/>
              </a:ext>
            </a:extLst>
          </p:cNvPr>
          <p:cNvSpPr txBox="1"/>
          <p:nvPr/>
        </p:nvSpPr>
        <p:spPr>
          <a:xfrm>
            <a:off x="162560" y="1690688"/>
            <a:ext cx="11805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b="1" dirty="0"/>
              <a:t>Fitur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dirty="0" err="1"/>
              <a:t>Tambah</a:t>
            </a:r>
            <a:r>
              <a:rPr lang="en-ID" sz="2800" dirty="0"/>
              <a:t> Mata </a:t>
            </a:r>
            <a:r>
              <a:rPr lang="en-ID" sz="2800" dirty="0" err="1"/>
              <a:t>Kuliah</a:t>
            </a:r>
            <a:r>
              <a:rPr lang="id-ID" sz="2800" dirty="0"/>
              <a:t>, </a:t>
            </a:r>
            <a:r>
              <a:rPr lang="en-ID" sz="2800" dirty="0"/>
              <a:t>Edit Mata </a:t>
            </a:r>
            <a:r>
              <a:rPr lang="en-ID" sz="2800" dirty="0" err="1"/>
              <a:t>Kuliah</a:t>
            </a:r>
            <a:r>
              <a:rPr lang="id-ID" sz="2800" dirty="0"/>
              <a:t>,</a:t>
            </a:r>
            <a:r>
              <a:rPr lang="en-ID" sz="2800" dirty="0"/>
              <a:t> </a:t>
            </a:r>
            <a:r>
              <a:rPr lang="id-ID" sz="2800" dirty="0"/>
              <a:t> </a:t>
            </a:r>
            <a:r>
              <a:rPr lang="en-ID" sz="2800" dirty="0" err="1"/>
              <a:t>Hapus</a:t>
            </a:r>
            <a:r>
              <a:rPr lang="en-ID" sz="2800" dirty="0"/>
              <a:t> Mata </a:t>
            </a:r>
            <a:r>
              <a:rPr lang="en-ID" sz="2800" dirty="0" err="1"/>
              <a:t>Kuliah</a:t>
            </a:r>
            <a:r>
              <a:rPr lang="id-ID" sz="2800" dirty="0"/>
              <a:t>,</a:t>
            </a:r>
            <a:r>
              <a:rPr lang="en-ID" sz="2800" dirty="0"/>
              <a:t> </a:t>
            </a:r>
            <a:r>
              <a:rPr lang="id-ID" sz="2800" dirty="0"/>
              <a:t> </a:t>
            </a:r>
            <a:r>
              <a:rPr lang="en-ID" sz="2800" dirty="0"/>
              <a:t>Cari Mata </a:t>
            </a:r>
            <a:r>
              <a:rPr lang="en-ID" sz="2800" dirty="0" err="1"/>
              <a:t>Kuliah</a:t>
            </a:r>
            <a:endParaRPr lang="en-ID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580B22-FA09-4109-9463-E9BC0D07E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32" y="3207558"/>
            <a:ext cx="11590736" cy="277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8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21EA-3853-49C4-9442-8AF69067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5360"/>
            <a:ext cx="10515600" cy="715328"/>
          </a:xfrm>
        </p:spPr>
        <p:txBody>
          <a:bodyPr/>
          <a:lstStyle/>
          <a:p>
            <a:r>
              <a:rPr lang="en-ID" dirty="0"/>
              <a:t>PROFIL PENGGUNA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F4C1D9F-5AA6-448A-BA81-C2EFF2E971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3840" y="1541324"/>
            <a:ext cx="11704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 Nama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Lengkap</a:t>
            </a:r>
            <a:r>
              <a:rPr kumimoji="0" lang="id-ID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Edit Email</a:t>
            </a:r>
            <a:r>
              <a:rPr kumimoji="0" lang="id-ID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Upload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</a:t>
            </a:r>
            <a:r>
              <a:rPr lang="id-ID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Tampilkan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0F1B0-50C0-4234-BAB2-D4F564C75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2098069"/>
            <a:ext cx="11704320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95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27C2-68D1-403C-83C3-9F5CCFC2A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</p:spPr>
        <p:txBody>
          <a:bodyPr/>
          <a:lstStyle/>
          <a:p>
            <a:r>
              <a:rPr lang="en-ID" dirty="0"/>
              <a:t>KEAMANAN SISTEM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DF8F-8145-45E6-AAD2-24F2DE99E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105"/>
            <a:ext cx="5095240" cy="3132455"/>
          </a:xfrm>
        </p:spPr>
        <p:txBody>
          <a:bodyPr/>
          <a:lstStyle/>
          <a:p>
            <a:r>
              <a:rPr lang="en-ID" b="1" dirty="0"/>
              <a:t>Yang </a:t>
            </a:r>
            <a:r>
              <a:rPr lang="en-ID" b="1" dirty="0" err="1"/>
              <a:t>Diterapkan</a:t>
            </a:r>
            <a:endParaRPr lang="en-ID" b="1" dirty="0"/>
          </a:p>
          <a:p>
            <a:r>
              <a:rPr lang="en-ID" dirty="0"/>
              <a:t>✅ Session Login</a:t>
            </a:r>
          </a:p>
          <a:p>
            <a:r>
              <a:rPr lang="en-ID" dirty="0"/>
              <a:t>✅ </a:t>
            </a:r>
            <a:r>
              <a:rPr lang="en-ID" dirty="0" err="1"/>
              <a:t>Hak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Admin/User</a:t>
            </a:r>
          </a:p>
          <a:p>
            <a:r>
              <a:rPr lang="en-ID" dirty="0"/>
              <a:t>✅ Redirect Jika Belum Login</a:t>
            </a:r>
          </a:p>
          <a:p>
            <a:r>
              <a:rPr lang="en-ID" dirty="0"/>
              <a:t>✅ </a:t>
            </a:r>
            <a:r>
              <a:rPr lang="en-ID" dirty="0" err="1"/>
              <a:t>Validasi</a:t>
            </a:r>
            <a:r>
              <a:rPr lang="en-ID" dirty="0"/>
              <a:t> </a:t>
            </a:r>
            <a:r>
              <a:rPr lang="en-ID" dirty="0" err="1"/>
              <a:t>Hapus</a:t>
            </a:r>
            <a:r>
              <a:rPr lang="en-ID" dirty="0"/>
              <a:t> Data</a:t>
            </a:r>
          </a:p>
          <a:p>
            <a:r>
              <a:rPr lang="en-ID" dirty="0"/>
              <a:t>✅ </a:t>
            </a:r>
            <a:r>
              <a:rPr lang="en-ID" dirty="0" err="1"/>
              <a:t>Ubah</a:t>
            </a:r>
            <a:r>
              <a:rPr lang="en-ID" dirty="0"/>
              <a:t> Password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B9DD5E-3651-4C3C-878B-3865897EF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320" y="2252345"/>
            <a:ext cx="6583680" cy="277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68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1D1E-9C91-4F11-A752-224C7AD11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760"/>
            <a:ext cx="10515600" cy="816928"/>
          </a:xfrm>
        </p:spPr>
        <p:txBody>
          <a:bodyPr/>
          <a:lstStyle/>
          <a:p>
            <a:r>
              <a:rPr lang="en-ID" dirty="0"/>
              <a:t>HALAMAN TENTANG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98F7-A761-4F60-9D22-7EE64DFE0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18" y="2274635"/>
            <a:ext cx="4775200" cy="2685415"/>
          </a:xfrm>
        </p:spPr>
        <p:txBody>
          <a:bodyPr/>
          <a:lstStyle/>
          <a:p>
            <a:r>
              <a:rPr lang="en-ID" b="1" dirty="0" err="1"/>
              <a:t>Menampilkan</a:t>
            </a:r>
            <a:endParaRPr lang="en-ID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Identitas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NIM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Teknologi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Fitur </a:t>
            </a:r>
            <a:r>
              <a:rPr lang="en-ID" dirty="0" err="1"/>
              <a:t>Sistem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FC3DC-C6BB-45EC-8395-21A0159CC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91" y="873760"/>
            <a:ext cx="4772691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61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9062-0D31-4AC3-8D0A-6C72700F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</p:spPr>
        <p:txBody>
          <a:bodyPr/>
          <a:lstStyle/>
          <a:p>
            <a:r>
              <a:rPr lang="en-ID" dirty="0"/>
              <a:t>KELEBIHAN SISTEM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711319-A9FB-47CA-B459-8B124EDEFA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961" y="1345287"/>
            <a:ext cx="316684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sederhana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mudah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digunakan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Admin dan User.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lengkap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Pencarian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Bootstrap.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907C8D-A58B-4D2D-96B1-8FF39A901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494" y="1592460"/>
            <a:ext cx="8454546" cy="415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58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99B6-E4C7-4B4A-92FD-8087C6B3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4720"/>
            <a:ext cx="10515600" cy="755968"/>
          </a:xfrm>
        </p:spPr>
        <p:txBody>
          <a:bodyPr/>
          <a:lstStyle/>
          <a:p>
            <a:r>
              <a:rPr lang="en-ID" dirty="0"/>
              <a:t>KENDALA DAN SOLUSI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0D0D-09EC-4F45-B29F-6B873AE44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246" y="1690688"/>
            <a:ext cx="4323080" cy="4351338"/>
          </a:xfrm>
        </p:spPr>
        <p:txBody>
          <a:bodyPr>
            <a:normAutofit lnSpcReduction="10000"/>
          </a:bodyPr>
          <a:lstStyle/>
          <a:p>
            <a:r>
              <a:rPr lang="en-ID" b="1" dirty="0" err="1"/>
              <a:t>Kendala</a:t>
            </a:r>
            <a:endParaRPr lang="en-ID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Pengelolaan</a:t>
            </a:r>
            <a:r>
              <a:rPr lang="en-ID" dirty="0"/>
              <a:t> Session.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Pengaturan</a:t>
            </a:r>
            <a:r>
              <a:rPr lang="en-ID" dirty="0"/>
              <a:t> Sidebar. </a:t>
            </a:r>
          </a:p>
          <a:p>
            <a:r>
              <a:rPr lang="en-ID" b="1" dirty="0"/>
              <a:t>Solusi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Menggunakan</a:t>
            </a:r>
            <a:r>
              <a:rPr lang="en-ID" dirty="0"/>
              <a:t> Session PHP.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Struktur</a:t>
            </a:r>
            <a:r>
              <a:rPr lang="en-ID" dirty="0"/>
              <a:t> folder yang </a:t>
            </a:r>
            <a:r>
              <a:rPr lang="en-ID" dirty="0" err="1"/>
              <a:t>rapi</a:t>
            </a:r>
            <a:r>
              <a:rPr lang="en-ID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4A552C-E89B-4A61-9703-69441AB45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526" y="934720"/>
            <a:ext cx="3692074" cy="55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46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CDECE-FFFF-424B-A8E1-FF585F96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5680"/>
            <a:ext cx="10515600" cy="695008"/>
          </a:xfrm>
        </p:spPr>
        <p:txBody>
          <a:bodyPr/>
          <a:lstStyle/>
          <a:p>
            <a:r>
              <a:rPr lang="en-ID" dirty="0"/>
              <a:t>KESIMPULAN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F1BF3-E545-41D9-BFBE-3F9A34D5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 Universitas </a:t>
            </a:r>
            <a:r>
              <a:rPr lang="en-ID" dirty="0" err="1"/>
              <a:t>Siber</a:t>
            </a:r>
            <a:r>
              <a:rPr lang="en-ID" dirty="0"/>
              <a:t> Asia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PHP Native dan MySQL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Login Multi User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Dashboard Role Based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CRUD User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CRUD </a:t>
            </a:r>
            <a:r>
              <a:rPr lang="en-ID" dirty="0" err="1"/>
              <a:t>Mahasiswa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CRUD Mata </a:t>
            </a:r>
            <a:r>
              <a:rPr lang="en-ID" dirty="0" err="1"/>
              <a:t>Kuliah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Profil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Upload </a:t>
            </a:r>
            <a:r>
              <a:rPr lang="en-ID" dirty="0" err="1"/>
              <a:t>Foto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Pencarian</a:t>
            </a:r>
            <a:r>
              <a:rPr lang="en-ID" dirty="0"/>
              <a:t>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358A6D-D9EC-4FF2-B697-EF33CE537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33124"/>
            <a:ext cx="1528500" cy="14166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D67C73-A1FE-4B22-BE79-E40D2E5FB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947" y="2941453"/>
            <a:ext cx="3695853" cy="21196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4124B0-193E-4E1C-8BC9-C58AEA843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855" y="3561361"/>
            <a:ext cx="1525632" cy="14166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150068-7B86-443F-81D7-C53EA8C98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020235"/>
            <a:ext cx="1525633" cy="138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2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0499-2808-4EF8-AFF5-9A9843F1D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4720"/>
            <a:ext cx="10515600" cy="755968"/>
          </a:xfrm>
        </p:spPr>
        <p:txBody>
          <a:bodyPr/>
          <a:lstStyle/>
          <a:p>
            <a:r>
              <a:rPr lang="en-ID" dirty="0"/>
              <a:t>PENGEMBANGAN SELANJUTNYA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E33C-A468-4E62-BA40-EBB65999B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9815"/>
          </a:xfrm>
        </p:spPr>
        <p:txBody>
          <a:bodyPr/>
          <a:lstStyle/>
          <a:p>
            <a:r>
              <a:rPr lang="en-ID" dirty="0"/>
              <a:t>Fitur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ditambahkan</a:t>
            </a:r>
            <a:r>
              <a:rPr lang="en-ID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Grafik</a:t>
            </a:r>
            <a:r>
              <a:rPr lang="en-ID" dirty="0"/>
              <a:t> Dashboard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Export PDF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Export Excel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Data </a:t>
            </a:r>
            <a:r>
              <a:rPr lang="en-ID" dirty="0" err="1"/>
              <a:t>Dosen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Jadwal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Nilai </a:t>
            </a:r>
            <a:r>
              <a:rPr lang="en-ID" dirty="0" err="1"/>
              <a:t>Mahasiswa</a:t>
            </a:r>
            <a:r>
              <a:rPr lang="en-ID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7304A-F2C3-4736-93B7-405EAA6F96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6096000" y="1565178"/>
            <a:ext cx="2325913" cy="1879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DF52DF-B410-4948-9DCD-8972A4CC85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69"/>
                    </a14:imgEffect>
                    <a14:imgEffect>
                      <a14:saturation sat="315000"/>
                    </a14:imgEffect>
                  </a14:imgLayer>
                </a14:imgProps>
              </a:ext>
            </a:extLst>
          </a:blip>
          <a:srcRect l="14867" t="22473" r="29221" b="22473"/>
          <a:stretch/>
        </p:blipFill>
        <p:spPr>
          <a:xfrm>
            <a:off x="8972186" y="1549059"/>
            <a:ext cx="1831340" cy="1879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C04F46-75C9-4E11-BAA8-E64EFCD1C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904" y="3124309"/>
            <a:ext cx="1076960" cy="12494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9C4FC4-C7AE-4FEE-B85D-B5AF62ED757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9000"/>
          </a:blip>
          <a:stretch>
            <a:fillRect/>
          </a:stretch>
        </p:blipFill>
        <p:spPr>
          <a:xfrm>
            <a:off x="6615929" y="3429000"/>
            <a:ext cx="1286054" cy="1238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7D05D-086A-4328-8A02-E1DFD009B2C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6000"/>
          </a:blip>
          <a:stretch>
            <a:fillRect/>
          </a:stretch>
        </p:blipFill>
        <p:spPr>
          <a:xfrm>
            <a:off x="6438855" y="4804180"/>
            <a:ext cx="1640202" cy="15123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05D2FA-F3C4-4A72-B0BD-C2C95FD36879}"/>
              </a:ext>
            </a:extLst>
          </p:cNvPr>
          <p:cNvSpPr txBox="1"/>
          <p:nvPr/>
        </p:nvSpPr>
        <p:spPr>
          <a:xfrm>
            <a:off x="8778240" y="4048211"/>
            <a:ext cx="2025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7200" dirty="0"/>
              <a:t>99.8</a:t>
            </a:r>
            <a:endParaRPr lang="en-ID" sz="7200" dirty="0"/>
          </a:p>
        </p:txBody>
      </p:sp>
    </p:spTree>
    <p:extLst>
      <p:ext uri="{BB962C8B-B14F-4D97-AF65-F5344CB8AC3E}">
        <p14:creationId xmlns:p14="http://schemas.microsoft.com/office/powerpoint/2010/main" val="3778860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F5E7-97D6-440E-87E2-12AF2E233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3120"/>
            <a:ext cx="10515600" cy="857568"/>
          </a:xfrm>
        </p:spPr>
        <p:txBody>
          <a:bodyPr/>
          <a:lstStyle/>
          <a:p>
            <a:r>
              <a:rPr lang="en-ID" dirty="0"/>
              <a:t>TERIMA KASIH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20C0A-F21F-4472-B956-491C523B8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1705"/>
            <a:ext cx="10515600" cy="4351338"/>
          </a:xfrm>
        </p:spPr>
        <p:txBody>
          <a:bodyPr/>
          <a:lstStyle/>
          <a:p>
            <a:r>
              <a:rPr lang="en-ID" b="1" dirty="0"/>
              <a:t>Demo </a:t>
            </a:r>
            <a:r>
              <a:rPr lang="en-ID" b="1" dirty="0" err="1"/>
              <a:t>Aplikasi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r>
              <a:rPr lang="en-ID" b="1" dirty="0"/>
              <a:t> </a:t>
            </a:r>
            <a:r>
              <a:rPr lang="en-ID" b="1" dirty="0" err="1"/>
              <a:t>Akademik</a:t>
            </a:r>
            <a:r>
              <a:rPr lang="en-ID" b="1" dirty="0"/>
              <a:t> Universitas </a:t>
            </a:r>
            <a:r>
              <a:rPr lang="en-ID" b="1" dirty="0" err="1"/>
              <a:t>Siber</a:t>
            </a:r>
            <a:r>
              <a:rPr lang="en-ID" b="1" dirty="0"/>
              <a:t> Asia</a:t>
            </a:r>
            <a:endParaRPr lang="en-ID" dirty="0"/>
          </a:p>
          <a:p>
            <a:r>
              <a:rPr lang="en-ID" dirty="0"/>
              <a:t>Nama : Hasta Satriya</a:t>
            </a:r>
            <a:br>
              <a:rPr lang="en-ID" dirty="0"/>
            </a:br>
            <a:r>
              <a:rPr lang="en-ID" dirty="0"/>
              <a:t>NIM : 240401010207</a:t>
            </a:r>
          </a:p>
        </p:txBody>
      </p:sp>
    </p:spTree>
    <p:extLst>
      <p:ext uri="{BB962C8B-B14F-4D97-AF65-F5344CB8AC3E}">
        <p14:creationId xmlns:p14="http://schemas.microsoft.com/office/powerpoint/2010/main" val="197863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480</Words>
  <Application>Microsoft Office PowerPoint</Application>
  <PresentationFormat>Widescreen</PresentationFormat>
  <Paragraphs>169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LATAR BELAKANG</vt:lpstr>
      <vt:lpstr>TUJUAN PEMBUATAN SISTEM</vt:lpstr>
      <vt:lpstr>TEKNOLOGI YANG DIGUNAKAN</vt:lpstr>
      <vt:lpstr>STRUKTUR DATABASE</vt:lpstr>
      <vt:lpstr>FLOW SISTEM</vt:lpstr>
      <vt:lpstr>FITUR LOGIN</vt:lpstr>
      <vt:lpstr>DASHBOARD ADMIN</vt:lpstr>
      <vt:lpstr>DASHBOARD USER</vt:lpstr>
      <vt:lpstr>CRUD USER</vt:lpstr>
      <vt:lpstr>CRUD MAHASISWA</vt:lpstr>
      <vt:lpstr>CRUD MATA KULIAH</vt:lpstr>
      <vt:lpstr>PROFIL PENGGUNA</vt:lpstr>
      <vt:lpstr>KEAMANAN SISTEM</vt:lpstr>
      <vt:lpstr>HALAMAN TENTANG</vt:lpstr>
      <vt:lpstr>KELEBIHAN SISTEM</vt:lpstr>
      <vt:lpstr>KENDALA DAN SOLUSI</vt:lpstr>
      <vt:lpstr>KESIMPULAN</vt:lpstr>
      <vt:lpstr>PENGEMBANGAN SELANJUTNYA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Hasta Satriya</dc:creator>
  <cp:lastModifiedBy>Hasta Satriya</cp:lastModifiedBy>
  <cp:revision>12</cp:revision>
  <dcterms:created xsi:type="dcterms:W3CDTF">2026-06-15T15:29:51Z</dcterms:created>
  <dcterms:modified xsi:type="dcterms:W3CDTF">2026-06-15T16:59:47Z</dcterms:modified>
</cp:coreProperties>
</file>